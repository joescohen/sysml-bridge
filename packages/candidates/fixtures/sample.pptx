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Overview</a:t>
            </a:r>
          </a:p>
        </p:txBody>
      </p:sp>
      <p:sp>
        <p:nvSpPr>
          <p:nvPr>
            <p:ph idx="1"/>
          </p:nvPr>
        </p:nvSpPr>
        <p:txBody>
          <a:p>
            <a:r>
              <a:t>The system shall provide autonomous aerial refueling operations under all specified environmental conditions.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Requirements</a:t>
            </a:r>
          </a:p>
        </p:txBody>
      </p:sp>
      <p:sp>
        <p:nvSpPr>
          <p:nvPr>
            <p:ph idx="1"/>
          </p:nvPr>
        </p:nvSpPr>
        <p:txBody>
          <a:p>
            <a:r>
              <a:t>REQ-001: The system shall detect coupling faults within 2 seconds.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Background</a:t>
            </a:r>
          </a:p>
        </p:txBody>
      </p:sp>
      <p:sp>
        <p:nvSpPr>
          <p:nvPr>
            <p:ph idx="1"/>
          </p:nvPr>
        </p:nvSpPr>
        <p:txBody>
          <a:p>
            <a:r>
              <a:t>Prior systems required manual intervention at each step of the refueling sequence.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Slide Four</a:t>
            </a:r>
          </a:p>
        </p:txBody>
      </p:sp>
      <p:sp>
        <p:nvSpPr>
          <p:nvPr>
            <p:ph idx="1"/>
          </p:nvPr>
        </p:nvSpPr>
        <p:txBody>
          <a:p>
            <a:r>
              <a:t>Filler content for slide four.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Slide Five</a:t>
            </a:r>
          </a:p>
        </p:txBody>
      </p:sp>
      <p:sp>
        <p:nvSpPr>
          <p:nvPr>
            <p:ph idx="1"/>
          </p:nvPr>
        </p:nvSpPr>
        <p:txBody>
          <a:p>
            <a:r>
              <a:t>Filler content for slide five.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Slide Six</a:t>
            </a:r>
          </a:p>
        </p:txBody>
      </p:sp>
      <p:sp>
        <p:nvSpPr>
          <p:nvPr>
            <p:ph idx="1"/>
          </p:nvPr>
        </p:nvSpPr>
        <p:txBody>
          <a:p>
            <a:r>
              <a:t>Filler content for slide six.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Slide Seven</a:t>
            </a:r>
          </a:p>
        </p:txBody>
      </p:sp>
      <p:sp>
        <p:nvSpPr>
          <p:nvPr>
            <p:ph idx="1"/>
          </p:nvPr>
        </p:nvSpPr>
        <p:txBody>
          <a:p>
            <a:r>
              <a:t>Filler content for slide seven.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Slide Eight</a:t>
            </a:r>
          </a:p>
        </p:txBody>
      </p:sp>
      <p:sp>
        <p:nvSpPr>
          <p:nvPr>
            <p:ph idx="1"/>
          </p:nvPr>
        </p:nvSpPr>
        <p:txBody>
          <a:p>
            <a:r>
              <a:t>Filler content for slide eight.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Slide Nine</a:t>
            </a:r>
          </a:p>
        </p:txBody>
      </p:sp>
      <p:sp>
        <p:nvSpPr>
          <p:nvPr>
            <p:ph idx="1"/>
          </p:nvPr>
        </p:nvSpPr>
        <p:txBody>
          <a:p>
            <a:r>
              <a:t>Filler content for slide nine.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Closing</a:t>
            </a:r>
          </a:p>
        </p:txBody>
      </p:sp>
      <p:sp>
        <p:nvSpPr>
          <p:nvPr>
            <p:ph idx="1"/>
          </p:nvPr>
        </p:nvSpPr>
        <p:txBody>
          <a:p>
            <a:r>
              <a:t>Tenth slide content — must sort after slide 2, not lexically before it.</a:t>
            </a:r>
          </a:p>
        </p:txBody>
      </p:sp>
    </p:spTree>
  </p:cSld>
</p:sld>
</file>